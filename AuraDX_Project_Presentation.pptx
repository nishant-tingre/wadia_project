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NOWROSJEE WADIA COLLEGE, PUNE – 411 001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Department of Computer Science &amp; Data Science (Affiliated to SPPU)</a:t>
            </a:r>
          </a:p>
          <a:p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AuraDX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t>Dual-Engine Symptom Classifier using NLP &amp; Structured Machine Learning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An AI-Assisted Clinical Decision Support System (CDSS) for Outpatient Triage</a:t>
            </a:r>
          </a:p>
          <a:p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Team Members: Nishant | Yash | Suraj   (Roll No: DS2521)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Academic Year: 2024–2025 / 2025–2026 | Domain: Data Science &amp; Clinical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2 • PROJECT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Introduction, Purpose &amp;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Clinical Triage Challenge &amp; Purpose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 healthcare outpatient clinics, clinical triage is the first critical line of assessment to prioritize patient care.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Traditional inquiry suffers from cognitive fatigue, high inter-observer variability, and severe bottlenecks during peak hours.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Patient data arrives in two distinct modalities: noisy free-text conversational descriptions and formal structured symptom checklists.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Purpose: AuraDX builds a unified Clinical Decision Support System (CDSS) combining Unstructured NLP and Structured ML to cross-verify diagnoses side-by-side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Measurable Project Objectives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1. Train High-Accuracy NLP Engine: Achieve &gt;90% accuracy on natural language symptom narratives using NLTK lemmatization and TF-IDF Logistic Regression.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2. High-Cardinality Multi-Class Classifier: Deploy a memory-optimized 50-tree Random Forest mapping 377 symptom flags across 673 distinct diseases.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3. 160x Model Compression: Utilize Joblib gzip compression (level 3) to compress binary model files from 6.6 GB down to 41.4 MB for rapid cold boot.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4. Deploy Real-Time Web Interface: Deliver a responsive, dark-mode glassmorphic Flask web app providing live side-by-side diagnostic inference and animated confidence meters.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3 • PROJECT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Team Details &amp; Individual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71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Nishant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Roll No: DS2521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Dept. of Data Science</a:t>
            </a:r>
            <a:br/>
            <a:r>
              <a:t>Nowrosjee Wadia College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Project Lead &amp; ML Architecture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Key Contributions: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Architected the dual-engine ML paradigm and pipeline.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Designed the 50-tree Random Forest classifier across 673 disease categories.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Engineered chunked dataset loading logic for large CSV data.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Implemented Joblib gzip level 3 compression (6.6 GB -&gt; 41.4 MB).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375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71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Yash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Roll No: DS2521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Dept. of Data Science</a:t>
            </a:r>
            <a:br/>
            <a:r>
              <a:t>Nowrosjee Wadia College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NLP &amp; Preprocessing Specialist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Key Contributions: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Built text sanitation, tokenization &amp; WordNet lemmatization pipeline.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Engineered unigram+bigram TF-IDF vectorization (3,000 features).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Trained and evaluated multi-class Logistic Regression on Symptom2Disease.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Generated confusion matrix heatmap and classification metrics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375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28800"/>
            <a:ext cx="2971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Suraj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Roll No: DS2521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Dept. of Data Science</a:t>
            </a:r>
            <a:br/>
            <a:r>
              <a:t>Nowrosjee Wadia College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Full-Stack &amp; Integration Engineer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Key Contributions: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Engineered the Flask REST controller (src/app.py) &amp; /api/predict endpoint.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Designed responsive dark-mode Glassmorphic web UI (HTML5/CSS3).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Built asynchronous JS frontend with animated confidence meters.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• Conducted end-to-end integration testing and interactive CLI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4 • 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Existing System &amp; Critical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Overview of Existing Systems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Manual Clinical Intake: Triage nurses or hospital clerical staff interview patients verbally to fill physical registration forms.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Generic Symptom Checkers: Tools like WebMD or basic keyword-matching websites rely on simple dictionary lookups or static decision trees.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Single-Modality Dependency: Current systems strictly accept either free-form text OR a closed checklist—never cross-referencing both.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Rule-Based Vulnerability: Hardcoded rule engines cannot handle misspellings, colloquial expressions, or complex overlapping symptoms.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Severe Operational Limitations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No Dual Cross-Validation: Inferences are made in isolation without secondary model verification, increasing misdiagnosis risks.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Narrative Noise Fragility: Keyword search fails when patients use varied phrases (e.g., 'feeling dizzy and woozy' vs 'vertigo').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Triage Queues &amp; Fatigue: Manual documentation creates dangerous patient wait times during peak epidemic or outpatient surges.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Prohibitive Memory Overhead: Standard multi-class ensembles spanning 600+ conditions require 6+ GB of uncompressed memory, preventing local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5 • PROPOSED SOLUTION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Proposed System &amp; Key Architectural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Dual-Engine Architecture  [Core Innovation]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Simultaneously activates an Unstructured NLP Classifier (free text) and a Structured ML Classifier (377 symptom flags) side-by-side for comparative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6459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High-Cardinality Prediction  [673 Disease Classes]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Engine 2 maps 377 binary symptom features across 673 distinct medical conditions—scaling far beyond standard 10-20 class academic toy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160x Model Compression  [Optimized Footprint]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Memory-safe chunked loading and Joblib gzip level 3 compression shrink the Random Forest binary from 6.6 GB down to 41.4 MB for sub-second cold boot.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406908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Real-Time Glassmorphic UI  [Interactive Web App]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A responsive dark-mode dashboard provides dynamic symptom tag suggestions, instant keyword mapping, and animated confidence 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5 • PROPOSED SOLUTION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Algorithms Used &amp; Implementation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Engine 1: NLP Symptom Classifier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NLTK Preprocessing Pipeline: Converts text to lowercase, strips non-alphabet regex symbols, removes English stopwords, and applies WordNet lemmatization.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TF-IDF Vectorization: Extracts unigram and bigram n-grams (1,2) with a vocabulary limit of 3,000 features, weighting rare clinical keywords.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Multi-Class Logistic Regression: Trained with L2 regularization and max_iter=1000 over 24 distinct illness categories.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Purpose &amp; Metric: Interprets conversational patient self-reports. Achieved 96.0% Test Accuracy, 96.0% Macro Recall, and 96.0% Macro F1-Score.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Engine 2: Structured ML Classifier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Dynamic Keyword Mapping: Scans user input against a 377 symptom lexicon to generate a 1x377 binary feature vector on the fly.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Random Forest Ensemble: Built with 50 decision trees, Gini impurity splitting criterion, and full depth exploration.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Label Encoding &amp; Chunking: Transforms 673 unique disease strings into numerical targets and samples huge CSV via chunksize=25000.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Purpose &amp; Metric: Performs clinical checklist triage across 673 diseases. Achieved 81.6% Test Accuracy and 76.6% Macro Recall despite extreme sparsity.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6 • DATASET ANALYSIS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Dataset Description: Unstructured NLP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840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Dataset Specifications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Dataset Name: Symptom2Disease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Source: Kaggle Medical NLP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Total Records: 1,200 rows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Distribution: Balanced (50 samples / class)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Disease Classes: 24 unique conditions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Feature Column: text (Free-text descriptions)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Target Column: label (Disease category)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Role in AuraDX: Powers conversational NLP inference for patient narrative intake.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645920"/>
            <a:ext cx="66138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Representative Sample (Symptom2Disease.csv)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0" y="2377440"/>
          <a:ext cx="6217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3840480"/>
              </a:tblGrid>
              <a:tr h="5791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Target Disease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Symptom Narrative (Text Feature)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Psoriasis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 have been experiencing a skin rash on my arms, legs, and torso for the past few weeks. It is red, itchy, and covered in dry, scaly patches.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Psoriasis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My skin has been peeling, especially on my knees, elbows, and scalp accompanied by a burning sensation.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Varicose veins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 have noticed bulging and twisted veins on my legs. They appear blue and purple, and my legs feel heavy and swollen.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Typhoid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 have had a high fever and chills for three days with severe stomach pain, weakness, and loss of appetite.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Pneumonia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 have a persistent cough with green phlegm, high fever, and sharp pain in my chest whenever I take a deep breath.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6 • DATASET ANALYSIS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Dataset Description: Structured Clinical ML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840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Dataset Specifications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Dataset Name: disease_symptoms.csv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Source: Kaggle Clinical Dataset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Raw Size: 246,947 rows (190 MB)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Sampled Size: 19,756 records (Chunked)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Total Columns: 378 features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Target Column: diseases (673 classes)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Input Features: 377 binary symptom flags (1 = present, 0 = absent)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Role in AuraDX: Powers structured clinical checklist triage.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645920"/>
            <a:ext cx="66138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Representative Sample (disease_symptoms.csv - 377 Binary Flags)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0" y="2377440"/>
          <a:ext cx="6217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68680"/>
                <a:gridCol w="868680"/>
                <a:gridCol w="868680"/>
                <a:gridCol w="868680"/>
                <a:gridCol w="914400"/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Target Disease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headache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fever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cough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vomiting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chest pain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panic disorder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influenza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gastroenteritis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migraine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pneumonia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7 • SYSTEM DIAGRAMS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High-Level Dual-Engine 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468880" cy="34747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Presentation Layer (Frontend)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HTML5 + Glassmorphism CSS3 + Vanilla JavaScript (ES6 Fetch API)</a:t>
            </a:r>
            <a:br/>
            <a:r>
              <a:t>• User symptom narrative textarea, clickable keyword pills, dynamic progress meters.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377440"/>
            <a:ext cx="2468880" cy="34747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5146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2. Application Layer (Flask API)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Flask 3.0+ REST Controller (src/app.py)</a:t>
            </a:r>
            <a:br/>
            <a:r>
              <a:t>• Endpoints: '/' (Dashboard) and 'POST /api/predict'</a:t>
            </a:r>
            <a:br/>
            <a:r>
              <a:t>• Coordinates parallel inference, text cleaning, vector mapping &amp; JSON assembly.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468880" cy="34747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5146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Dual-Engine Intelligence Layer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Engine A (NLP): NLTK Lemmatizer -&gt; TF-IDF (3,000 n-grams) -&gt; Logistic Regression (24 classes)</a:t>
            </a:r>
            <a:br/>
            <a:r>
              <a:t>Engine B (ML): 377-Lexicon Matcher -&gt; 1x377 Binary Vector -&gt; 50-Tree Random Forest (673 classes).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377440"/>
            <a:ext cx="2468880" cy="34747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5146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4. Storage &amp; Persistence Layer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Stateless File-Based Architecture</a:t>
            </a:r>
            <a:br/>
            <a:r>
              <a:t>• data/: Symptom2Disease.csv &amp; disease_symptoms.csv</a:t>
            </a:r>
            <a:br/>
            <a:r>
              <a:t>• saved_models/: Gzip-compressed .joblib binaries (41.4 MB) &amp; evaluation heatmaps.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7 • SYSTEM DIAGRAMS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Use Case Diagram &amp; Actor Interactions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Primary Actors &amp; Roles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Patient / End User: Submits free-form symptom narratives, selects suggested keyword pills, and views dual-engine predictions with confidence scores.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Triage Nurse / Clinician: Uses the side-by-side output as an auxiliary clinical decision-support tool to quickly prioritize patient queues.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Data Scientist / Admin: Executes offline training pipelines (train_all.py), monitors classification metrics, tunes estimators, and manages compressed model binaries.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633953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82880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Key Functional Use Cases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UC-1: Enter Symptom Description: User types unstructured conversational narrative into textarea.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UC-2: Select Quick Symptom Tags: &lt;&lt;extend&gt;&gt; Appends verified clinical keywords to user input.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UC-3: Request Dual Disease Diagnosis: Triggers asynchronous HTTP POST request to /api/predict.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UC-4: Clean &amp; Lemmatize Text: &lt;&lt;include&gt;&gt; NLTK removes stopwords and applies WordNet lemmatization.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UC-5: Map Keywords to 377 Symptom Flags: &lt;&lt;include&gt;&gt; Vocabulary matching generates 1x377 binary vector.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UC-6: View Side-by-Side Triage Results: Renders predicted conditions, mapped pills, and animated meters.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UC-7: Train &amp; Compress ML/NLP Models: Offline model fitting and gzip level 3 joblib serialization.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UC-8: Evaluate Metrics &amp; Heatmaps: &lt;&lt;include&gt;&gt; Generates accuracy, recall, and confusion matrix.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8 • 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Technologies Used &amp; System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Hardware Requirements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Processor: Intel Core i3 / AMD Ryzen 3 (Quad Core) min; Core i5 / Ryzen 5 rec.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RAM: 4 GB minimum; 8 GB – 16 GB DDR4 recommended.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Storage: 1 GB free disk space (SSD recommended for fast binary loading).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Display: Standard Full HD Monitor (1920x1080).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6459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Software &amp; Frameworks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Programming Language: Python 3.10 / 3.11+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Web Framework: Flask 3.0+ (WSGI Local Web Server)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ML &amp; NLP Libraries: Scikit-Learn, NLTK, Pandas, NumPy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Frontend: HTML5, CSS3 (Glassmorphism), JavaScript (ES6 Fetch API)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Operating System &amp; Tools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Operating System: Windows 10 / 11 or Linux (Ubuntu 20.04+)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Development IDE: Visual Studio Code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Version Control: Git &amp; GitHub Repository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Visualization: Matplotlib &amp; Seaborn (Confusion Matrix Heatmaps)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406908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Database Architecture Used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Database Used: Stateless File-Based Storage Architecture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Academic Justification: AuraDX is an inference-only web service without transactional OLTP or user accounts.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Flat CSV Datasets: Symptom2Disease.csv &amp; disease_symptoms.csv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Serialized Model Binaries: Joblib gzip-compressed (.joblib) artifacts in saved_models/ (&lt;42 MB).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SECTION 9 • SYSTEM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Important System Layouts &amp; User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1. Symptom Intake Panel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Allows users to enter free-form English narratives describing their discomfort. Features 7 quick-select suggestion tags (e.g., headache, vomiting, fever) and an interactive 'Analyze Symptoms' button with live loading spinner.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6459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2. Welcome &amp; Guidance Screen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Displayed upon initial page load before inference is initiated. Guides clinicians on how to submit symptoms and explains the side-by-side dual evaluation mechanism.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Dual-Engine Diagnostic Results Panel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Side-by-side cards comparing Model 1 (NLP) and Model 2 (Structured ML). Displays cleaned lemmatized text, dynamically mapped symptom pills, predicted disease names, and animated confidence progress bars.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406908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4. Terminal CLI &amp; Evaluation Heatmap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Interactive command-line interface (predict.py) for lightweight terminal triage, plus high-resolution confusion matrix heatmap (confusion_matrix_nlp.png) for academic model validation.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PERFORMANCE &amp; VIVA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Experimental Results &amp; Comparative Model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Model Benchmark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37744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097280"/>
                <a:gridCol w="1097280"/>
              </a:tblGrid>
              <a:tr h="670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Classes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NLP (LogReg)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96.0%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96.0%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ML (Random Forest)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673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81.6%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75.5%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Top Predictive Symptoms (Feature Importance):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1. headache (1.88%)  2. vomiting (1.67%)  3. sharp abdominal pain (1.59%)</a:t>
            </a:r>
            <a:br/>
            <a:r>
              <a:t>4. cough (1.41%)  5. sharp chest pain (1.40%)  6. fever (1.26%)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Why the Comparison is Not Apples-to-Apples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Class Cardinality: NLP predicts across 24 classes (random baseline = 4.17%), while ML predicts across 673 classes (random baseline = 0.15%). An 81.6% accuracy across 673 diseases is exceptionally strong.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Data Sparsity: Symptom2Disease is perfectly balanced (50 rows/class). The 673-disease dataset is highly sparse, causing rare diseases to challenge macro recall.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Feature Information Density: Structured data eliminates syntactic noise and misspellings, whereas NLP captures colloquial patient phrasing.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Clinical Responsibility: AuraDX is strictly a decision-support and triage prototype; it does not replace certified doctors nor prescribe medications.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Project Summary &amp; Achievements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Successfully developed and unified a dual-paradigm symptom classification system bridging unstructured NLP and structured ML.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Demonstrated 96.0% accuracy on natural language symptom descriptions and 81.6% accuracy across 673 medical conditions.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Solved multi-class memory bottlenecks through 160x Joblib gzip compression (reducing model footprint to 41.4 MB).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Built and deployed an intuitive, dark-mode glassmorphic Flask web dashboard for real-time outpatient triage assistance.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Future Research &amp; Expansion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Clinical Transformers: Integrate pretrained models like Bio_ClinicalBERT or PubMedBERT to capture complex negation (e.g., 'no fever') and contextual dependencies.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Hospital EHR Integration: Connect with HL7 / FHIR protocol APIs to ingest patient medical history directly from hospital Electronic Health Records.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Multi-Lingual Clinical Triage: Expand the NLP pipeline to support vernacular Indian languages (Hindi, Marathi) for rural healthcare access.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Severity Triage Score: Incorporate clinical acuity scoring (ESI - Emergency Severity Index) to categorize triage urgency (Red, Yellow, Green).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